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Dashboard – 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The West region outperformed all others in total sales, particularly in Q3.</a:t>
            </a:r>
          </a:p>
          <a:p>
            <a:pPr>
              <a:defRPr sz="1800"/>
            </a:pPr>
            <a:r>
              <a:t>Technology category contributed the highest revenue among all categories.</a:t>
            </a:r>
          </a:p>
          <a:p>
            <a:pPr>
              <a:defRPr sz="1800"/>
            </a:pPr>
            <a:r>
              <a:t>December recorded the highest monthly sales across all regions.</a:t>
            </a:r>
          </a:p>
          <a:p>
            <a:pPr>
              <a:defRPr sz="1800"/>
            </a:pPr>
            <a:r>
              <a:t>The Furniture category consistently lagged behind in both sales and profit.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